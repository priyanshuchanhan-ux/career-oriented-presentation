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Oriented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&amp; ML Engineer</a:t>
            </a:r>
          </a:p>
          <a:p>
            <a:r>
              <a:t>Your Future in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&amp; 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Intelligence: Machines that mimic human intelligence.</a:t>
            </a:r>
          </a:p>
          <a:p>
            <a:r>
              <a:t>• Machine Learning: Algorithms that learn from data.</a:t>
            </a:r>
          </a:p>
          <a:p>
            <a:r>
              <a:t>• Used in apps, robotics, automation, gaming,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of an AI/ML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ML models</a:t>
            </a:r>
          </a:p>
          <a:p>
            <a:r>
              <a:t>• Data cleaning &amp; preprocessing</a:t>
            </a:r>
          </a:p>
          <a:p>
            <a:r>
              <a:t>• Deploy AI solutions</a:t>
            </a:r>
          </a:p>
          <a:p>
            <a:r>
              <a:t>• Work with big datasets</a:t>
            </a:r>
          </a:p>
          <a:p>
            <a:r>
              <a:t>• Optimize model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Python, NumPy, Pandas</a:t>
            </a:r>
          </a:p>
          <a:p>
            <a:r>
              <a:t>• ML algorithms</a:t>
            </a:r>
          </a:p>
          <a:p>
            <a:r>
              <a:t>• Deep Learning (TensorFlow/PyTorch)</a:t>
            </a:r>
          </a:p>
          <a:p>
            <a:r>
              <a:t>• Math: Linear Algebra, Probability</a:t>
            </a:r>
          </a:p>
          <a:p>
            <a:r>
              <a:t>• Problem solving &amp;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Learn Python</a:t>
            </a:r>
          </a:p>
          <a:p>
            <a:r>
              <a:t>2. Understand ML basics</a:t>
            </a:r>
          </a:p>
          <a:p>
            <a:r>
              <a:t>3. Learn DL &amp; neural networks</a:t>
            </a:r>
          </a:p>
          <a:p>
            <a:r>
              <a:t>4. Build projects</a:t>
            </a:r>
          </a:p>
          <a:p>
            <a:r>
              <a:t>5. Internships</a:t>
            </a:r>
          </a:p>
          <a:p>
            <a:r>
              <a:t>6. Apply for AI/ML 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Opportunities &amp;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Roles: Data Scientist, ML Engineer, AI Engineer, Researcher</a:t>
            </a:r>
          </a:p>
          <a:p>
            <a:r>
              <a:t>• Salary (India): ₹6–20 LPA</a:t>
            </a:r>
          </a:p>
          <a:p>
            <a:r>
              <a:t>• Global Demand: Very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AI/ML is one of the fastest-growing tech careers.</a:t>
            </a:r>
          </a:p>
          <a:p>
            <a:r>
              <a:t>Start learning early, build projects, and stay consistent!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